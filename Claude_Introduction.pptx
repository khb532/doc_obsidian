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B8BF5"/>
          </a:solidFill>
          <a:ln w="12700">
            <a:solidFill>
              <a:srgbClr val="5B8B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5B8BF5"/>
          </a:solidFill>
          <a:ln w="12700">
            <a:solidFill>
              <a:srgbClr val="5B8BF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00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457200" y="2651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Anthropic이 만든 AI 어시스턴트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2743200" y="3246120"/>
            <a:ext cx="3657600" cy="36576"/>
          </a:xfrm>
          <a:prstGeom prst="rect">
            <a:avLst/>
          </a:prstGeom>
          <a:solidFill>
            <a:srgbClr val="5B8BF5"/>
          </a:solidFill>
          <a:ln w="12700">
            <a:solidFill>
              <a:srgbClr val="5B8B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도움이 되고, 무해하며, 정직한 AI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·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Claude란?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4114800" cy="38176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68680"/>
            <a:ext cx="109728" cy="3817620"/>
          </a:xfrm>
          <a:prstGeom prst="rect">
            <a:avLst/>
          </a:prstGeom>
          <a:solidFill>
            <a:srgbClr val="5B8BF5"/>
          </a:solidFill>
          <a:ln w="12700">
            <a:solidFill>
              <a:srgbClr val="5B8B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0515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Anthropic이 개발한 대형 언어 모델(LLM) 기반 AI 어시스턴트입니다.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16916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자연어로 대화하며 복잡한 질문에 답변합니다.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23317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작성, 코딩, 분석, 번역 등 다양한 작업을 수행합니다.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29718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 문서와 복잡한 맥락을 이해하고 처리합니다.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36118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AI 기법으로 안전성을 확보합니다.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868680"/>
            <a:ext cx="3840480" cy="12115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868680"/>
            <a:ext cx="109728" cy="1211580"/>
          </a:xfrm>
          <a:prstGeom prst="rect">
            <a:avLst/>
          </a:prstGeom>
          <a:solidFill>
            <a:srgbClr val="5B8BF5"/>
          </a:solidFill>
          <a:ln w="12700">
            <a:solidFill>
              <a:srgbClr val="5B8B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97840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200K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074920" y="15270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토큰 컨텍스트 윈도우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2171700"/>
            <a:ext cx="3840480" cy="12115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2171700"/>
            <a:ext cx="109728" cy="12115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228142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100+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5074920" y="28300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지원 언어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3474720"/>
            <a:ext cx="3840480" cy="12115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3474720"/>
            <a:ext cx="109728" cy="12115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358444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2021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5074920" y="41330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 기준 연도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주요 기능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931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68680"/>
            <a:ext cx="3931920" cy="91440"/>
          </a:xfrm>
          <a:prstGeom prst="rect">
            <a:avLst/>
          </a:prstGeom>
          <a:solidFill>
            <a:srgbClr val="5B8BF5"/>
          </a:solidFill>
          <a:ln w="12700">
            <a:solidFill>
              <a:srgbClr val="5B8BF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0698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지식 &amp; 추론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161848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문제를 단계적으로 분석하고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논리적으로 추론합니다.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00600" y="868680"/>
            <a:ext cx="3931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00600" y="868680"/>
            <a:ext cx="393192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0972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0698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코드 생성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983480" y="161848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JS 등 다양한 언어로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코드를 작성하고 디버깅합니다.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2697480"/>
            <a:ext cx="3931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2697480"/>
            <a:ext cx="3931920" cy="91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260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28986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안전성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0080" y="344728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AI로 유해한 출력을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방지하고 윤리를 준수합니다.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800600" y="2697480"/>
            <a:ext cx="3931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00600" y="2697480"/>
            <a:ext cx="3931920" cy="914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92608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28986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생산성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4983480" y="344728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작성, 요약, 번역 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업무를 빠르게 처리합니다.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모델 라인업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651760" cy="1371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2651760" cy="38176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43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Haiku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빠름 · 경량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2286000" cy="18288"/>
          </a:xfrm>
          <a:prstGeom prst="rect">
            <a:avLst/>
          </a:prstGeom>
          <a:solidFill>
            <a:srgbClr val="E0E6F4"/>
          </a:solidFill>
          <a:ln w="12700">
            <a:solidFill>
              <a:srgbClr val="E0E6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40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속도가 빠르고 비용 효율적.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간단한 작업과 실시간 처리에 최적화된 모델입니다.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적합한 용도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611880"/>
            <a:ext cx="2286000" cy="18288"/>
          </a:xfrm>
          <a:prstGeom prst="rect">
            <a:avLst/>
          </a:prstGeom>
          <a:solidFill>
            <a:srgbClr val="E0E6F4"/>
          </a:solidFill>
          <a:ln w="12700">
            <a:solidFill>
              <a:srgbClr val="E0E6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703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챗봇 · 고객 응대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931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간단한 Q&amp;A 처리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160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텍스트 분류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389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빠른 콘텐츠 생성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868680"/>
            <a:ext cx="2651760" cy="137160"/>
          </a:xfrm>
          <a:prstGeom prst="rect">
            <a:avLst/>
          </a:prstGeom>
          <a:solidFill>
            <a:srgbClr val="5B8BF5"/>
          </a:solidFill>
          <a:ln w="12700">
            <a:solidFill>
              <a:srgbClr val="5B8B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46120" y="1005840"/>
            <a:ext cx="2651760" cy="38176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29000" y="1143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Sonnet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42900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균형 · 범용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29000" y="2103120"/>
            <a:ext cx="2286000" cy="18288"/>
          </a:xfrm>
          <a:prstGeom prst="rect">
            <a:avLst/>
          </a:prstGeom>
          <a:solidFill>
            <a:srgbClr val="E0E6F4"/>
          </a:solidFill>
          <a:ln w="12700">
            <a:solidFill>
              <a:srgbClr val="E0E6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2240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성능과 속도의 균형을 갖춘 모델.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대부분의 업무용 태스크에 최적화되어 있습니다.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2900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적합한 용도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29000" y="3611880"/>
            <a:ext cx="2286000" cy="18288"/>
          </a:xfrm>
          <a:prstGeom prst="rect">
            <a:avLst/>
          </a:prstGeom>
          <a:solidFill>
            <a:srgbClr val="E0E6F4"/>
          </a:solidFill>
          <a:ln w="12700">
            <a:solidFill>
              <a:srgbClr val="E0E6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3703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작성 · 요약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29000" y="3931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리뷰 · 생성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29000" y="4160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분석 지원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29000" y="4389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멀티턴 대화 처리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35040" y="868680"/>
            <a:ext cx="2651760" cy="1371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0" y="1005840"/>
            <a:ext cx="2651760" cy="38176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217920" y="1143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Opus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21792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최고 성능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2103120"/>
            <a:ext cx="2286000" cy="18288"/>
          </a:xfrm>
          <a:prstGeom prst="rect">
            <a:avLst/>
          </a:prstGeom>
          <a:solidFill>
            <a:srgbClr val="E0E6F4"/>
          </a:solidFill>
          <a:ln w="12700">
            <a:solidFill>
              <a:srgbClr val="E0E6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2240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강력한 추론 능력.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분석, 연구, 고난도 코딩에 적합합니다.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1792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적합한 용도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3611880"/>
            <a:ext cx="2286000" cy="18288"/>
          </a:xfrm>
          <a:prstGeom prst="rect">
            <a:avLst/>
          </a:prstGeom>
          <a:solidFill>
            <a:srgbClr val="E0E6F4"/>
          </a:solidFill>
          <a:ln w="12700">
            <a:solidFill>
              <a:srgbClr val="E0E6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3703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전략 분석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0" y="3931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고난도 수학 · 과학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17920" y="4160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심층 연구 보조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17920" y="4389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아키텍처 설계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B8BF5"/>
          </a:solidFill>
          <a:ln w="12700">
            <a:solidFill>
              <a:srgbClr val="5B8B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5B8BF5"/>
          </a:solidFill>
          <a:ln w="12700">
            <a:solidFill>
              <a:srgbClr val="5B8BF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783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지금 바로 시작하세요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2697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3200400" y="3401568"/>
            <a:ext cx="2743200" cy="27432"/>
          </a:xfrm>
          <a:prstGeom prst="rect">
            <a:avLst/>
          </a:prstGeom>
          <a:solidFill>
            <a:srgbClr val="8FA8D8"/>
          </a:solidFill>
          <a:ln w="12700">
            <a:solidFill>
              <a:srgbClr val="8FA8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5478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도움이 되고, 무해하며, 정직한 AI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2025 Anthropic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2026-03-18T12:08:10Z</dcterms:created>
  <dcterms:modified xsi:type="dcterms:W3CDTF">2026-03-18T12:08:10Z</dcterms:modified>
</cp:coreProperties>
</file>