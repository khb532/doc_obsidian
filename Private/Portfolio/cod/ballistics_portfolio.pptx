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0" cy="5143500"/>
          </a:xfrm>
          <a:prstGeom prst="line">
            <a:avLst/>
          </a:prstGeom>
          <a:noFill/>
          <a:ln w="6350">
            <a:solidFill>
              <a:srgbClr val="1C3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1C3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1C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0"/>
            <a:ext cx="0" cy="5143500"/>
          </a:xfrm>
          <a:prstGeom prst="line">
            <a:avLst/>
          </a:prstGeom>
          <a:noFill/>
          <a:ln w="6350">
            <a:solidFill>
              <a:srgbClr val="1C3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0"/>
            <a:ext cx="0" cy="5143500"/>
          </a:xfrm>
          <a:prstGeom prst="line">
            <a:avLst/>
          </a:prstGeom>
          <a:noFill/>
          <a:ln w="6350">
            <a:solidFill>
              <a:srgbClr val="1C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ED6"/>
                </a:solidFill>
              </a:rPr>
              <a:t>UNREAL ENGINE 5  ·  C++  ·  R&amp;D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 탄도 물리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구현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74320" y="3063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9D1D9"/>
                </a:solidFill>
              </a:rPr>
              <a:t>FPS 게임 모작 개발 중 소총탄·재블린 미사일의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9D1D9"/>
                </a:solidFill>
              </a:rPr>
              <a:t>물리 기반 탄도를 C++로 직접 구현한 R&amp;D 결과물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C7ED6">
              <a:alpha val="20000"/>
            </a:srgbClr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188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ED6"/>
                </a:solidFill>
              </a:rPr>
              <a:t>Template Method Pattern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19456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2B886">
              <a:alpha val="20000"/>
            </a:srgbClr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886"/>
                </a:solidFill>
              </a:rPr>
              <a:t>Slate Custom Widget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59F00">
              <a:alpha val="20000"/>
            </a:srgbClr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200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F00"/>
                </a:solidFill>
              </a:rPr>
              <a:t>Physics Integration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434840"/>
            <a:ext cx="8595360" cy="0"/>
          </a:xfrm>
          <a:prstGeom prst="line">
            <a:avLst/>
          </a:prstGeom>
          <a:noFill/>
          <a:ln w="6350">
            <a:solidFill>
              <a:srgbClr val="2136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Game Developer Portfolio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시스템 아키텍처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ED6"/>
                </a:solidFill>
              </a:rPr>
              <a:t>Actor 계층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840480" cy="594360"/>
          </a:xfrm>
          <a:prstGeom prst="rect">
            <a:avLst/>
          </a:prstGeom>
          <a:solidFill>
            <a:srgbClr val="0D2740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ABulletBase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  · UCLASS(Abstract)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0" cy="2286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737360"/>
            <a:ext cx="0" cy="2286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65960"/>
            <a:ext cx="1920240" cy="548640"/>
          </a:xfrm>
          <a:prstGeom prst="rect">
            <a:avLst/>
          </a:prstGeom>
          <a:solidFill>
            <a:srgbClr val="1A2D4F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ASmallCaliber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소총탄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1965960"/>
            <a:ext cx="1920240" cy="548640"/>
          </a:xfrm>
          <a:prstGeom prst="rect">
            <a:avLst/>
          </a:prstGeom>
          <a:solidFill>
            <a:srgbClr val="1A2D4F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AJavelin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미사일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B886"/>
                </a:solidFill>
              </a:rPr>
              <a:t>MoveComponent 계층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3840480" cy="548640"/>
          </a:xfrm>
          <a:prstGeom prst="rect">
            <a:avLst/>
          </a:prstGeom>
          <a:solidFill>
            <a:srgbClr val="0E2A1C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ProjMoveComponent_Base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  virtual ComputeAcceleration()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520440"/>
            <a:ext cx="0" cy="2286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3520440"/>
            <a:ext cx="0" cy="2286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749040"/>
            <a:ext cx="1920240" cy="548640"/>
          </a:xfrm>
          <a:prstGeom prst="rect">
            <a:avLst/>
          </a:prstGeom>
          <a:solidFill>
            <a:srgbClr val="1A2D4F"/>
          </a:solidFill>
          <a:ln w="10160">
            <a:solidFill>
              <a:srgbClr val="1C7E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749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ED6"/>
                </a:solidFill>
              </a:rPr>
              <a:t>_Rifle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중력+항력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3749040"/>
            <a:ext cx="1920240" cy="548640"/>
          </a:xfrm>
          <a:prstGeom prst="rect">
            <a:avLst/>
          </a:prstGeom>
          <a:solidFill>
            <a:srgbClr val="1A2D4F"/>
          </a:solidFill>
          <a:ln w="10160">
            <a:solidFill>
              <a:srgbClr val="F59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3749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F00"/>
                </a:solidFill>
              </a:rPr>
              <a:t>_Javelin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+추력+토크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804672"/>
            <a:ext cx="4434840" cy="4069080"/>
          </a:xfrm>
          <a:prstGeom prst="rect">
            <a:avLst/>
          </a:prstGeom>
          <a:solidFill>
            <a:srgbClr val="0F1E3C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물리 모델 핵심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298448"/>
            <a:ext cx="4069080" cy="0"/>
          </a:xfrm>
          <a:prstGeom prst="line">
            <a:avLst/>
          </a:prstGeom>
          <a:noFill/>
          <a:ln w="6350">
            <a:solidFill>
              <a:srgbClr val="2136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ED6"/>
                </a:solidFill>
              </a:rPr>
              <a:t>항력 공식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1691640"/>
            <a:ext cx="4069080" cy="502920"/>
          </a:xfrm>
          <a:prstGeom prst="rect">
            <a:avLst/>
          </a:prstGeom>
          <a:solidFill>
            <a:srgbClr val="060E18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91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B8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F_drag = 0.5 × ρ × Cd × A × V²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2313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ED6"/>
                </a:solidFill>
              </a:rPr>
              <a:t>속도 적분 (Euler)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587752"/>
            <a:ext cx="4069080" cy="502920"/>
          </a:xfrm>
          <a:prstGeom prst="rect">
            <a:avLst/>
          </a:prstGeom>
          <a:solidFill>
            <a:srgbClr val="060E18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5877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+= ComputeAcceleration(dt) * dt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209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ED6"/>
                </a:solidFill>
              </a:rPr>
              <a:t>재블린 추력 (로켓)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483864"/>
            <a:ext cx="4069080" cy="640080"/>
          </a:xfrm>
          <a:prstGeom prst="rect">
            <a:avLst/>
          </a:prstGeom>
          <a:solidFill>
            <a:srgbClr val="060E18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48386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(BurnElapsed &lt; BurnTime)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Vel += Forward * ThrustAccel * dt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ComputeAcceleration()을 virtual로 분리 → 새 탄종 추가 시 Base 수정 없음  (OCP 준수)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실시간 프로파일링 UI &amp; 기술 포인트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F00"/>
                </a:solidFill>
              </a:rPr>
              <a:t>UMG → Slate 브릿지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023360" cy="566928"/>
          </a:xfrm>
          <a:prstGeom prst="rect">
            <a:avLst/>
          </a:prstGeom>
          <a:solidFill>
            <a:srgbClr val="1A2D4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UProfilingWidget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채널 맵 + Owner 추적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737360"/>
            <a:ext cx="0" cy="18288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20240"/>
            <a:ext cx="4023360" cy="566928"/>
          </a:xfrm>
          <a:prstGeom prst="rect">
            <a:avLst/>
          </a:prstGeom>
          <a:solidFill>
            <a:srgbClr val="1A2D4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UProfilingChannel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TextBlock + Graph 합성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487168"/>
            <a:ext cx="0" cy="18288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70048"/>
            <a:ext cx="4023360" cy="566928"/>
          </a:xfrm>
          <a:prstGeom prst="rect">
            <a:avLst/>
          </a:prstGeom>
          <a:solidFill>
            <a:srgbClr val="1A2D4F"/>
          </a:solidFill>
          <a:ln w="6350">
            <a:solidFill>
              <a:srgbClr val="1C7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7004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UMYP_Graph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UWidget 래퍼 (RebuildWidget)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3236976"/>
            <a:ext cx="0" cy="18288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419856"/>
            <a:ext cx="4023360" cy="566928"/>
          </a:xfrm>
          <a:prstGeom prst="rect">
            <a:avLst/>
          </a:prstGeom>
          <a:solidFill>
            <a:srgbClr val="0E2A1C"/>
          </a:solidFill>
          <a:ln w="15240">
            <a:solidFill>
              <a:srgbClr val="12B8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1985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SMyGraphWidget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SLeafWidget · OnPaint 직접 구현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4251960" cy="1234440"/>
          </a:xfrm>
          <a:prstGeom prst="rect">
            <a:avLst/>
          </a:prstGeom>
          <a:solidFill>
            <a:srgbClr val="0F1E3C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804672"/>
            <a:ext cx="64008" cy="1234440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923544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0" y="896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ED6"/>
                </a:solidFill>
              </a:rPr>
              <a:t>Template Method 패턴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03520" y="126187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ComputeAcceleration() virtual 분리로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Rifle/Javelin이 물리 모델만 교체.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Base 코드 수정 없이 탄종 확장 가능.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2221992"/>
            <a:ext cx="4251960" cy="1234440"/>
          </a:xfrm>
          <a:prstGeom prst="rect">
            <a:avLst/>
          </a:prstGeom>
          <a:solidFill>
            <a:srgbClr val="0F1E3C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2221992"/>
            <a:ext cx="64008" cy="123444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40864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03520" y="2313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</a:rPr>
              <a:t>SweepSingleByChannel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303520" y="26791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구체(sphere) 기반 스윕으로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얇은 피탄체 충돌 누락 방지.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히트 시 즉시 Delegate Broadcast.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17720" y="3639312"/>
            <a:ext cx="4251960" cy="1234440"/>
          </a:xfrm>
          <a:prstGeom prst="rect">
            <a:avLst/>
          </a:prstGeom>
          <a:solidFill>
            <a:srgbClr val="0F1E3C"/>
          </a:solidFill>
          <a:ln w="6350">
            <a:solidFill>
              <a:srgbClr val="21364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617720" y="3639312"/>
            <a:ext cx="64008" cy="123444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58184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03520" y="373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F00"/>
                </a:solidFill>
              </a:rPr>
              <a:t>커스텀 Slate 그래프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303520" y="40965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SLeafWidget 직접 구현 + OnPaint.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속도 데이터 실시간 시각화.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TWeakObjectPtr로 Actor 소멸 추적.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6350">
            <a:solidFill>
              <a:srgbClr val="21364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전체 소스코드: GitHub  ·  개인 포트폴리오 R&amp;D 프로젝트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Ballistics Physics System</dc:title>
  <dc:subject>PptxGenJS Presentation</dc:subject>
  <dc:creator>PptxGenJS</dc:creator>
  <cp:lastModifiedBy>PptxGenJS</cp:lastModifiedBy>
  <cp:revision>1</cp:revision>
  <dcterms:created xsi:type="dcterms:W3CDTF">2026-04-21T08:16:54Z</dcterms:created>
  <dcterms:modified xsi:type="dcterms:W3CDTF">2026-04-21T08:16:54Z</dcterms:modified>
</cp:coreProperties>
</file>