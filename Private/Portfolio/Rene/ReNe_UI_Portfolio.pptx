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092645680426d" /><Relationship Type="http://schemas.openxmlformats.org/officeDocument/2006/relationships/extended-properties" Target="/docProps/app.xml" Id="R6f04177517c14a4d" /><Relationship Type="http://schemas.openxmlformats.org/officeDocument/2006/relationships/officeDocument" Target="/ppt/presentation.xml" Id="R631d44ffa3914f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ed8e80b976432d"/>
  </p:sldMasterIdLst>
  <p:notesMasterIdLst>
    <p:notesMasterId xmlns:r="http://schemas.openxmlformats.org/officeDocument/2006/relationships" r:id="R599506b6e784441a"/>
  </p:notesMasterIdLst>
  <p:sldIdLst>
    <p:sldId xmlns:r="http://schemas.openxmlformats.org/officeDocument/2006/relationships" id="256" r:id="R92baadf2a0c54811"/>
    <p:sldId xmlns:r="http://schemas.openxmlformats.org/officeDocument/2006/relationships" id="257" r:id="R0fb39f4dadec4b6e"/>
    <p:sldId xmlns:r="http://schemas.openxmlformats.org/officeDocument/2006/relationships" id="258" r:id="R015fa7ac88d44b0a"/>
    <p:sldId xmlns:r="http://schemas.openxmlformats.org/officeDocument/2006/relationships" id="259" r:id="R46f298b9188a45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d8e80b976432d" /><Relationship Type="http://schemas.openxmlformats.org/officeDocument/2006/relationships/theme" Target="/ppt/theme/theme1.xml" Id="Rc054dfad6c964140" /><Relationship Type="http://schemas.openxmlformats.org/officeDocument/2006/relationships/notesMaster" Target="/ppt/notesMasters/notesMaster1.xml" Id="R599506b6e784441a" /><Relationship Type="http://schemas.openxmlformats.org/officeDocument/2006/relationships/presProps" Target="/ppt/presProps.xml" Id="R8a579e5d2f8b4ecc" /><Relationship Type="http://schemas.openxmlformats.org/officeDocument/2006/relationships/viewProps" Target="/ppt/viewProps.xml" Id="Rca85ff8e4c094eaf" /><Relationship Type="http://schemas.openxmlformats.org/officeDocument/2006/relationships/tableStyles" Target="/ppt/tableStyles.xml" Id="R7de9ef12b41d4bbd" /><Relationship Type="http://schemas.openxmlformats.org/officeDocument/2006/relationships/slide" Target="/ppt/slides/slide1.xml" Id="R92baadf2a0c54811" /><Relationship Type="http://schemas.openxmlformats.org/officeDocument/2006/relationships/slide" Target="/ppt/slides/slide2.xml" Id="R0fb39f4dadec4b6e" /><Relationship Type="http://schemas.openxmlformats.org/officeDocument/2006/relationships/slide" Target="/ppt/slides/slide3.xml" Id="R015fa7ac88d44b0a" /><Relationship Type="http://schemas.openxmlformats.org/officeDocument/2006/relationships/slide" Target="/ppt/slides/slide4.xml" Id="R46f298b9188a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ca26695306c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1b667881d437f" /><Relationship Type="http://schemas.openxmlformats.org/officeDocument/2006/relationships/notesMaster" Target="/ppt/notesMasters/notesMaster1.xml" Id="R03598de82cd7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b9b15ee5b1472d" /><Relationship Type="http://schemas.openxmlformats.org/officeDocument/2006/relationships/notesMaster" Target="/ppt/notesMasters/notesMaster1.xml" Id="Ra2b77e00ec8c4a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95cdea28247a4" /><Relationship Type="http://schemas.openxmlformats.org/officeDocument/2006/relationships/notesMaster" Target="/ppt/notesMasters/notesMaster1.xml" Id="Rd97172b7283448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64f64f29f04cd4" /><Relationship Type="http://schemas.openxmlformats.org/officeDocument/2006/relationships/notesMaster" Target="/ppt/notesMasters/notesMaster1.xml" Id="R5a8929f6aeb8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aa2c823dc4d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45502437a6452a" /><Relationship Type="http://schemas.openxmlformats.org/officeDocument/2006/relationships/slideLayout" Target="/ppt/slideLayouts/slideLayout2.xml" Id="R9da04077930a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04077930a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db95765fc4ed9" /><Relationship Type="http://schemas.openxmlformats.org/officeDocument/2006/relationships/image" Target="/ppt/media/image.png" Id="Re524243d77904c8f" /><Relationship Type="http://schemas.openxmlformats.org/officeDocument/2006/relationships/notesSlide" Target="/ppt/notesSlides/notesSlide1.xml" Id="R0ba6e1bff9f04a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0484c67194698" /><Relationship Type="http://schemas.openxmlformats.org/officeDocument/2006/relationships/image" Target="/ppt/media/image2.png" Id="R7af18ae9fc674fc9" /><Relationship Type="http://schemas.openxmlformats.org/officeDocument/2006/relationships/image" Target="/ppt/media/image3.png" Id="R4243ac5f1e694ad0" /><Relationship Type="http://schemas.openxmlformats.org/officeDocument/2006/relationships/notesSlide" Target="/ppt/notesSlides/notesSlide2.xml" Id="R9d4cfc85fa654c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5843dcfc54d02" /><Relationship Type="http://schemas.openxmlformats.org/officeDocument/2006/relationships/image" Target="/ppt/media/image4.png" Id="R37c94bd656514785" /><Relationship Type="http://schemas.openxmlformats.org/officeDocument/2006/relationships/image" Target="/ppt/media/image5.png" Id="R8243e39ed9d94a2a" /><Relationship Type="http://schemas.openxmlformats.org/officeDocument/2006/relationships/image" Target="/ppt/media/image6.png" Id="R2777a873e2974356" /><Relationship Type="http://schemas.openxmlformats.org/officeDocument/2006/relationships/notesSlide" Target="/ppt/notesSlides/notesSlide3.xml" Id="R14a9d8636e52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a5468de524b64" /><Relationship Type="http://schemas.openxmlformats.org/officeDocument/2006/relationships/image" Target="/ppt/media/image7.png" Id="Ra589ab6461eb4b3a" /><Relationship Type="http://schemas.openxmlformats.org/officeDocument/2006/relationships/image" Target="/ppt/media/image8.png" Id="R46ddf54f5d4840c0" /><Relationship Type="http://schemas.openxmlformats.org/officeDocument/2006/relationships/image" Target="/ppt/media/image9.png" Id="Rb895317d98d94b9c" /><Relationship Type="http://schemas.openxmlformats.org/officeDocument/2006/relationships/notesSlide" Target="/ppt/notesSlides/notesSlide4.xml" Id="Rf44d8b02888444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381E8-53E1-4C76-995C-0D90CED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B6891-A2FE-4DF8-80D8-B160BCB0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318"/>
              </a:gs>
              <a:gs pos="50000">
                <a:srgbClr val="18212A"/>
              </a:gs>
              <a:gs pos="100000">
                <a:srgbClr val="211A19"/>
              </a:gs>
            </a:gsLst>
            <a:lin ang="6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25954D8D-0911-4FDB-A681-7B6251D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12C41651-9CD3-4285-B4DF-F0AFAA2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5D0"/>
                </a:solidFill>
                <a:latin typeface="Aptos"/>
                <a:ea typeface="Aptos"/>
                <a:cs typeface="Aptos"/>
              </a:rPr>
              <a:t>PROBLEM TO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E1769-5911-46F6-92D7-23C1B88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개별 AddToViewport 흐름을 Stack 기반 UI 아키텍처로 전환했다.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45A1F-27AC-4912-B567-9214C0A6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문제는 화면 수가 늘수록 위젯 생성, 표시, 제거 책임이 각 Blueprint에 흩어지는 구조였다.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31DD3-B341-4E5E-B379-902CE65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A41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64528-8EA4-40AC-99CD-73FEAE7B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C361D-4F7C-4415-9C12-B0E3A3D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CreateWidget</a:t>
            </a:r>
          </a:p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AddToViewport</a:t>
            </a:r>
          </a:p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개별 화면별 생명주기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D584F-6307-4804-9D8D-805D3B8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106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20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68642-0151-466C-A288-D6E8D02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670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화면 전환</a:t>
            </a:r>
          </a:p>
          <a:p xmlns:a="http://schemas.openxmlformats.org/drawingml/2006/main">
            <a:pPr algn="ctr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책임 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C265C-E62C-41EB-9F15-8BF833F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EDBAE-5111-4350-9997-8E1A772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4D212-780E-4B61-A56E-B15220A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B8A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5B8AE"/>
                </a:solidFill>
                <a:latin typeface="Malgun Gothic"/>
                <a:ea typeface="Malgun Gothic"/>
                <a:cs typeface="Malgun Gothic"/>
              </a:rPr>
              <a:t>결과: 화면 전환 규칙이 늘어날수록 유지보수 비용과 표시 타이밍 리스크가 커짐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E05F1-3F11-47F1-BBFC-49ACE69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5543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6"/>
          </a:solidFill>
          <a:ln xmlns:a="http://schemas.openxmlformats.org/drawingml/2006/main" w="9525">
            <a:solidFill>
              <a:srgbClr val="E6D6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1EAAD-BB0E-4AC1-BD57-A22EA14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F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6F6C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09A41-B735-45E5-B474-C84AA33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PrimaryLayout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D7522-3796-4F5E-AFF6-97A48EC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38425"/>
            <a:ext cx="2495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4243d77904c8f"/>
          <a:stretch xmlns:a="http://schemas.openxmlformats.org/drawingml/2006/main"/>
        </p:blipFill>
        <p:spPr>
          <a:xfrm xmlns:a="http://schemas.openxmlformats.org/drawingml/2006/main">
            <a:off x="7786007" y="2647950"/>
            <a:ext cx="2449286" cy="1143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C7976-453E-401E-AA73-00888CE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F6865-FF16-4C11-AF34-2544452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909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49372-A098-405A-AA66-0F95AE9D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rPr>
              <a:t>Login / MainMenu / Join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DF04F-992A-4687-82D0-19A3A3A4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9782F-9F07-413E-AE7D-6708616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HUD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82B4B-CD1A-4EA5-85B5-19459AEF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rPr>
              <a:t>In-game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B487A-C8B1-4DC5-9320-D729A59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F8252-949D-46C4-AEC0-C8257978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005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Modal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BC975-527E-4E0E-A3B2-3D6274D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rPr>
              <a:t>Popup / 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B8971-4C0B-44E5-B3FF-7DE49D7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E3632-3F50-4422-9D8C-1993438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53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GameMenu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51A5E-2E16-45E7-ADFC-626AB2D4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B424B"/>
                </a:solidFill>
                <a:latin typeface="Malgun Gothic"/>
                <a:ea typeface="Malgun Gothic"/>
                <a:cs typeface="Malgun Gothic"/>
              </a:rPr>
              <a:t>Menu overlay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574D7E-7B29-4EEF-BE48-0B85D90B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D29176-7DFA-43F8-BE54-18D04D4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57775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GameInstanceSubsystem 중앙 관리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6C85DA-0B68-4494-AC4D-980979A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48D5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0155F0-B5C9-4E50-8F52-9D7BEBF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57775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rPr>
              <a:t>GameplayTag로 Stack 분리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869E9D-588F-437B-8BCD-3712D73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E7764A-E3AA-42F1-8A9E-31BC47D4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8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8A3"/>
                </a:solidFill>
                <a:latin typeface="Aptos"/>
                <a:ea typeface="Aptos"/>
                <a:cs typeface="Aptos"/>
              </a:rPr>
              <a:t>ReNe Project UI / CommonUI conversion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738FD9-9E9B-45E0-B633-546439DA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F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0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39980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E8C0D-7E2E-46E3-885A-B133614F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BB15-E763-4510-97DB-B65A937D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318"/>
              </a:gs>
              <a:gs pos="50000">
                <a:srgbClr val="18212A"/>
              </a:gs>
              <a:gs pos="100000">
                <a:srgbClr val="211A19"/>
              </a:gs>
            </a:gsLst>
            <a:lin ang="6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043708B-8625-4DA3-BF5E-89B0FE3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5608D36-17B7-4A10-A81A-6D32771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5D0"/>
                </a:solidFill>
                <a:latin typeface="Aptos"/>
                <a:ea typeface="Aptos"/>
                <a:cs typeface="Aptos"/>
              </a:rPr>
              <a:t>BLUEPRINT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15DC0-14B5-4233-8DD9-532C5683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SoftClass 비동기 Push 노드로 Blueprint 화면 전환을 한 지점에 모았다.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5E5B9-D049-446D-8D1F-0EE1120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C++ AsyncAction을 Blueprint 노드로 노출해, 디자이너가 화면 전환을 Stack Push 단위로 다룰 수 있게 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9CA86-6B1F-482A-A6C0-3B919F3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33625"/>
            <a:ext cx="47815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18ae9fc674fc9"/>
          <a:stretch xmlns:a="http://schemas.openxmlformats.org/drawingml/2006/main"/>
        </p:blipFill>
        <p:spPr>
          <a:xfrm xmlns:a="http://schemas.openxmlformats.org/drawingml/2006/main">
            <a:off x="571500" y="2343683"/>
            <a:ext cx="4762500" cy="199918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84539-D016-4041-B60B-15FC666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33625"/>
            <a:ext cx="53530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3ac5f1e694ad0"/>
          <a:stretch xmlns:a="http://schemas.openxmlformats.org/drawingml/2006/main"/>
        </p:blipFill>
        <p:spPr>
          <a:xfrm xmlns:a="http://schemas.openxmlformats.org/drawingml/2006/main">
            <a:off x="5793839" y="2343150"/>
            <a:ext cx="5328722" cy="2400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C56D2-81E3-4288-903A-4647841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2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6"/>
          </a:solidFill>
          <a:ln xmlns:a="http://schemas.openxmlformats.org/drawingml/2006/main" w="9525">
            <a:solidFill>
              <a:srgbClr val="E6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F8BC7-3EC1-4AF6-B4B5-7002309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9A858-3512-43BC-B1B3-7F1DD020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Soft Widget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6DC16-3A90-4726-9BB8-B5C03A6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rPr>
              <a:t>비동기 로드 대상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C1683-24DF-4BA6-B434-EE68B7B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340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8BD4C-FF2E-4938-97DC-8610987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768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AAAA4-D815-4BCD-9746-E52CF09C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81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0EF34-1328-47E4-B843-A2F119A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38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AsyncAction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FA7BE-8EA7-44A8-933D-B7E78157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543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rPr>
              <a:t>Push 전/후 이벤트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1D89C-2689-412B-83AC-4C5EE78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3340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2305E-0C15-430C-87AA-9EBBB47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2768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8E897-E7ED-4987-88D1-02B76484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8E0F5-027D-4593-816D-5973293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38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WidgetStack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93680-59FD-4405-AE84-7F434EC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43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rPr>
              <a:t>지정 Stack에 Push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8CEC4-BE4B-4527-A2AD-3C68536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340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AC2FF-5E5F-4C3E-ADA0-7F161B89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768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80593-F493-4FE6-8E94-8C17B26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81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5A03E7-9457-490D-A57D-2DE108F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38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ActivatableWidget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629AB-C434-41C1-B66A-215C6B64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435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4A5360"/>
                </a:solidFill>
                <a:latin typeface="Malgun Gothic"/>
                <a:ea typeface="Malgun Gothic"/>
                <a:cs typeface="Malgun Gothic"/>
              </a:rPr>
              <a:t>화면 생명주기 관리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C7EA1-AE64-4B27-926E-1286A45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48D5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5CEF3-0636-455E-B8F2-7779BAD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rPr>
              <a:t>Blueprint 사용성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2203FE-3EA5-4C0B-AC9D-C4CE0C7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864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7E3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A93B9-312C-4E11-AD34-8EDC033E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340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E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7E36B"/>
                </a:solidFill>
                <a:latin typeface="Malgun Gothic"/>
                <a:ea typeface="Malgun Gothic"/>
                <a:cs typeface="Malgun Gothic"/>
              </a:rPr>
              <a:t>비동기 로딩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2CBD7-365A-4AD4-8B35-8230336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864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CFF371-8D97-443F-AB2B-328251D6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9340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UI Stack 일관성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D0A38-6DE2-45CB-BD35-135358A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2117A5-2827-4D86-8B5F-D86DCA8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8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8A3"/>
                </a:solidFill>
                <a:latin typeface="Aptos"/>
                <a:ea typeface="Aptos"/>
                <a:cs typeface="Aptos"/>
              </a:rPr>
              <a:t>ReNe Project UI / CommonUI conversion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D73B9-B250-4118-98A2-1FE0FAB4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F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0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6787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9F261-1BA6-4C64-9F26-B7F73145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45D40-394C-4947-B3EF-AA5F9C0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318"/>
              </a:gs>
              <a:gs pos="50000">
                <a:srgbClr val="18212A"/>
              </a:gs>
              <a:gs pos="100000">
                <a:srgbClr val="211A19"/>
              </a:gs>
            </a:gsLst>
            <a:lin ang="6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B3CBD2D2-1B88-49B3-B595-D51E99C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431FF36A-9896-4F38-8BC2-A410091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5D0"/>
                </a:solidFill>
                <a:latin typeface="Aptos"/>
                <a:ea typeface="Aptos"/>
                <a:cs typeface="Aptos"/>
              </a:rPr>
              <a:t>FRONTEND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81EF7-69E8-4532-93EF-A118027B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로그인부터 세션 생성까지의 진입 흐름을 ActivatableWidget 단위로 재구성했다.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19D13-A277-40F1-95F7-79FDBFE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기존 로그인 Delegate와 프로필 반환 흐름은 유지하면서, 화면 전환 책임은 WidgetStack Push 구조로 분리했다.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CF5A1-81E4-46D3-A39B-8B86D2DE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A41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94BF-6DC0-4502-AFD9-14884D2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0325"/>
            <a:ext cx="3009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94bd656514785"/>
          <a:stretch xmlns:a="http://schemas.openxmlformats.org/drawingml/2006/main"/>
        </p:blipFill>
        <p:spPr>
          <a:xfrm xmlns:a="http://schemas.openxmlformats.org/drawingml/2006/main">
            <a:off x="1177087" y="2609850"/>
            <a:ext cx="2122576" cy="2000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EEEC5-4779-4432-8E22-BC98C9E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5950-9B6C-45BA-A720-C85229B6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01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023ED-A358-403F-95AE-5113716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인증 진입점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DBF3B-FB98-4BA6-984F-48F62E8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33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2C62A-8725-45E4-97B4-731F3C09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766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AB8F0-6522-4BC2-8D00-866B3967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A41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1E6C7-EF84-4BBF-948D-B5EC4066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00325"/>
            <a:ext cx="3009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3e39ed9d94a2a"/>
          <a:stretch xmlns:a="http://schemas.openxmlformats.org/drawingml/2006/main"/>
        </p:blipFill>
        <p:spPr>
          <a:xfrm xmlns:a="http://schemas.openxmlformats.org/drawingml/2006/main">
            <a:off x="4457700" y="2770687"/>
            <a:ext cx="2990850" cy="1678577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A7C29-3EBD-480D-99EB-E850034F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96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4E23A-3033-4B1E-AA68-AC93D75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101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Session 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9F6A5-B72C-414D-8A94-255A1A8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48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방 목록 / 생성 진입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504E1-1AC5-4D65-907A-66346F3A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338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B58DC-35C1-4A3B-B26E-27C5A68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565DA-DD8B-4574-ACA8-E7E4F89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A41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D900D-730F-43E0-A344-2147342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00325"/>
            <a:ext cx="30099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7a873e2974356"/>
          <a:stretch xmlns:a="http://schemas.openxmlformats.org/drawingml/2006/main"/>
        </p:blipFill>
        <p:spPr>
          <a:xfrm xmlns:a="http://schemas.openxmlformats.org/drawingml/2006/main">
            <a:off x="8224408" y="2609850"/>
            <a:ext cx="2886935" cy="20002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B6E80-EDC9-492A-9AA2-09B1850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196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D4D78-80DA-41DF-9D5B-B8B1C32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01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Create Session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08318-E1D6-47CA-9B72-C91D31DE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호스트 플로우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E5BA9-3E48-4892-8650-F9DC33E7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6"/>
          </a:solidFill>
          <a:ln xmlns:a="http://schemas.openxmlformats.org/drawingml/2006/main" w="9525">
            <a:solidFill>
              <a:srgbClr val="E6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62C639-2A03-41BB-AB63-5D77B6F9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전환 결과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88569A-892E-4523-9216-004A3A72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84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03841"/>
                </a:solidFill>
                <a:latin typeface="Malgun Gothic"/>
                <a:ea typeface="Malgun Gothic"/>
                <a:cs typeface="Malgun Gothic"/>
              </a:rPr>
              <a:t>UI 생명주기와 화면 계층을 분리하여 Login / MainMenu / Join 계열 화면을 CommonUI 흐름으로 재구성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25CC6-677B-434E-8E8E-0850AE0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76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90987B-73D7-40C5-8955-412A9E48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245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Legacy UI 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1D39B-2F7D-4A20-8859-56AA11B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392833-0945-48B4-9C59-732D7B22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8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8A3"/>
                </a:solidFill>
                <a:latin typeface="Aptos"/>
                <a:ea typeface="Aptos"/>
                <a:cs typeface="Aptos"/>
              </a:rPr>
              <a:t>ReNe Project UI / CommonUI conversion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92931-9AC8-4F3B-B0F5-FA2DFE9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F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0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60044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75907-8A2C-4364-8CEB-8E32D029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AE7F-5651-4B0B-BBD6-0F59F020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11318"/>
              </a:gs>
              <a:gs pos="50000">
                <a:srgbClr val="18212A"/>
              </a:gs>
              <a:gs pos="100000">
                <a:srgbClr val="211A19"/>
              </a:gs>
            </a:gsLst>
            <a:lin ang="66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E8F3263-D52D-4CCB-A5E4-1C561ED3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5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67CF1A2-D2D1-4845-AA85-482B3BB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8D5D0"/>
                </a:solidFill>
                <a:latin typeface="Aptos"/>
                <a:ea typeface="Aptos"/>
                <a:cs typeface="Aptos"/>
              </a:rPr>
              <a:t>RUNTIME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853F0-F30A-4A92-9D52-62899F3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멀티플레이 HUD와 업로드 피드백은 클라이언트별 상태 흐름에 맞춰 정리했다.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38F55-7A78-4ACA-AAF0-B422D0B6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HUD 표시 타이밍과 업로드 상태 안내처럼 런타임에서 흔들리기 쉬운 UI를 PlayerController / Client RPC 흐름에 연결했다.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ABF0E-DA9B-4D16-92F0-1563956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52675"/>
            <a:ext cx="4648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9ab6461eb4b3a"/>
          <a:stretch xmlns:a="http://schemas.openxmlformats.org/drawingml/2006/main"/>
        </p:blipFill>
        <p:spPr>
          <a:xfrm xmlns:a="http://schemas.openxmlformats.org/drawingml/2006/main">
            <a:off x="1001339" y="2362200"/>
            <a:ext cx="3731373" cy="2724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495D4-44D6-4352-8B05-20330E33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52675"/>
            <a:ext cx="57340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df54f5d4840c0"/>
          <a:stretch xmlns:a="http://schemas.openxmlformats.org/drawingml/2006/main"/>
        </p:blipFill>
        <p:spPr>
          <a:xfrm xmlns:a="http://schemas.openxmlformats.org/drawingml/2006/main">
            <a:off x="5435645" y="2362200"/>
            <a:ext cx="5702210" cy="2571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4C911-ADEA-4158-B231-A79641A6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6"/>
          </a:solidFill>
          <a:ln xmlns:a="http://schemas.openxmlformats.org/drawingml/2006/main" w="9525">
            <a:solidFill>
              <a:srgbClr val="E6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5F913-41BC-42AE-961B-4CD9CEE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Client RPC 기반 HUD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2CF26-C3DB-4BDB-AE97-DC021F8E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84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03841"/>
                </a:solidFill>
                <a:latin typeface="Malgun Gothic"/>
                <a:ea typeface="Malgun Gothic"/>
                <a:cs typeface="Malgun Gothic"/>
              </a:rPr>
              <a:t>호스트/게스트별 화면 표시 안정성을 PlayerController 중심으로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C3D9C-6944-44C7-AE6C-0A97DAF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054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A41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01E01-CAFC-40F5-A2DF-C2738C2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48275"/>
            <a:ext cx="1600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4A536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5317d98d94b9c"/>
          <a:stretch xmlns:a="http://schemas.openxmlformats.org/drawingml/2006/main"/>
        </p:blipFill>
        <p:spPr>
          <a:xfrm xmlns:a="http://schemas.openxmlformats.org/drawingml/2006/main">
            <a:off x="6095297" y="5257800"/>
            <a:ext cx="668157" cy="514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22CDD-813A-4B37-BD94-EDF166D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7F0E6"/>
                </a:solidFill>
                <a:latin typeface="Malgun Gothic"/>
                <a:ea typeface="Malgun Gothic"/>
                <a:cs typeface="Malgun Gothic"/>
              </a:rPr>
              <a:t>업로드 피드백 팝업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54A0C-F0A0-4B39-B8C6-3247659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054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0C7"/>
                </a:solidFill>
                <a:latin typeface="Malgun Gothic"/>
                <a:ea typeface="Malgun Gothic"/>
                <a:cs typeface="Malgun Gothic"/>
              </a:rPr>
              <a:t>요청 중 상태를 사용자에게 노출해 중복 입력과 무응답처럼 보이는 UX를 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4602F-DEED-4119-B895-09D656DD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48D5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614A2-1CB9-4534-8399-901DB8B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049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8D5D0"/>
                </a:solidFill>
                <a:latin typeface="Malgun Gothic"/>
                <a:ea typeface="Malgun Gothic"/>
                <a:cs typeface="Malgun Gothic"/>
              </a:rPr>
              <a:t>HUD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70CA7-55D1-4DAC-BD73-B564F72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7E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6DCCC-C633-4C31-B9F6-87AE4ED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049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E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7E36B"/>
                </a:solidFill>
                <a:latin typeface="Malgun Gothic"/>
                <a:ea typeface="Malgun Gothic"/>
                <a:cs typeface="Malgun Gothic"/>
              </a:rPr>
              <a:t>Client RPC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550D0-7B20-4740-8260-C125E11E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DC91C-F601-4B85-AB02-65D68A47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7A59"/>
                </a:solidFill>
                <a:latin typeface="Malgun Gothic"/>
                <a:ea typeface="Malgun Gothic"/>
                <a:cs typeface="Malgun Gothic"/>
              </a:rPr>
              <a:t>Feedback UX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11CD0-DB58-4EE7-9163-688703CF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74BB6-C3EB-41AA-87A4-C2341F68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8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8A3"/>
                </a:solidFill>
                <a:latin typeface="Aptos"/>
                <a:ea typeface="Aptos"/>
                <a:cs typeface="Aptos"/>
              </a:rPr>
              <a:t>ReNe Project UI / CommonUI conversion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A4B9C-3370-4991-AE87-106A315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F0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0E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6589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2026-05-25T16:29:23.3670000Z</dcterms:created>
  <dcterms:modified xsi:type="dcterms:W3CDTF">2026-05-25T16:29:23.3670000Z</dcterms:modified>
</coreProperties>
</file>