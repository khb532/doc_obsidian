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64ac781cd54f63" /><Relationship Type="http://schemas.openxmlformats.org/officeDocument/2006/relationships/extended-properties" Target="/docProps/app.xml" Id="R704a14ff1409494e" /><Relationship Type="http://schemas.openxmlformats.org/officeDocument/2006/relationships/officeDocument" Target="/ppt/presentation.xml" Id="R885c7102a6e741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31e5d6307e4712"/>
  </p:sldMasterIdLst>
  <p:notesMasterIdLst>
    <p:notesMasterId xmlns:r="http://schemas.openxmlformats.org/officeDocument/2006/relationships" r:id="Re0e680615c6e43d4"/>
  </p:notesMasterIdLst>
  <p:sldIdLst>
    <p:sldId xmlns:r="http://schemas.openxmlformats.org/officeDocument/2006/relationships" id="256" r:id="R653d44f3434249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1e5d6307e4712" /><Relationship Type="http://schemas.openxmlformats.org/officeDocument/2006/relationships/theme" Target="/ppt/theme/theme1.xml" Id="R113d6e568dd54d91" /><Relationship Type="http://schemas.openxmlformats.org/officeDocument/2006/relationships/notesMaster" Target="/ppt/notesMasters/notesMaster1.xml" Id="Re0e680615c6e43d4" /><Relationship Type="http://schemas.openxmlformats.org/officeDocument/2006/relationships/presProps" Target="/ppt/presProps.xml" Id="R4608b0d6bb3b4ff1" /><Relationship Type="http://schemas.openxmlformats.org/officeDocument/2006/relationships/viewProps" Target="/ppt/viewProps.xml" Id="Reec72b3693a140e3" /><Relationship Type="http://schemas.openxmlformats.org/officeDocument/2006/relationships/tableStyles" Target="/ppt/tableStyles.xml" Id="R3d42d5df973747d9" /><Relationship Type="http://schemas.openxmlformats.org/officeDocument/2006/relationships/slide" Target="/ppt/slides/slide1.xml" Id="R653d44f3434249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8d211b095bd44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01fee0034441ff" /><Relationship Type="http://schemas.openxmlformats.org/officeDocument/2006/relationships/notesMaster" Target="/ppt/notesMasters/notesMaster1.xml" Id="R150cefdb9eef45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05d27455b42d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a8588ed5da6437a" /><Relationship Type="http://schemas.openxmlformats.org/officeDocument/2006/relationships/slideLayout" Target="/ppt/slideLayouts/slideLayout2.xml" Id="R4bad35df3b3346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ad35df3b3346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5ba2719d264a88" /><Relationship Type="http://schemas.openxmlformats.org/officeDocument/2006/relationships/notesSlide" Target="/ppt/notesSlides/notesSlide1.xml" Id="Rc17851d6b44a4c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D29919-058B-4F9C-BFC9-4A305572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847BB-0457-4D40-96A6-7E9CD6B2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EA14B-CB55-48B7-A9EA-E41989B5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26908-C8F8-4F44-A6E5-FA82C114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76200" cy="615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5504F-4DAE-4EB4-9670-8393289F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Unreal Engine C++ Listen Server Multiplayer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677BD-82F0-4BA8-9A26-E8B6B929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로비에서 방을 만들고 참가한 뒤, 역할별 UI와 플레이어 데이터가 서버 권한 아래 동기화되는 실행 루프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94A3F-44D0-4DC4-98C0-C99D284F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5750"/>
            <a:ext cx="1562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E0F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73A49-5F2B-46E2-99D5-0133E417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OnlineSubsystemSteam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C69CD-B767-432D-A3BE-183A7054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2428875" cy="45910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40D4F-38A8-4E53-B95E-518CAF8D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사용자 진입점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352FA-0470-47AE-AF45-34E2B297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857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UMG에서 발생한 클릭 이벤트가 GameInstance 세션 API로 연결된다.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6302C-73D4-4230-A30C-D87A184E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1676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0CEFC-18C5-4704-83D3-1A0DB1E8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0502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URene_LobbyWidget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C6A4E-41A7-4501-959B-AB96C1C2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3BCBA-7C48-497D-9051-9EED545C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11631-189C-4B5D-84D5-7C35D7EB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Create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A0273-01B1-4D91-87CA-9DA7ABA8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 이름과 최대 인원을 받아 세션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931C0-A798-4DA2-97C7-9DC1CF7B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CB132-5400-4829-BDFE-E1430F62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73"/>
          </a:solidFill>
          <a:ln xmlns:a="http://schemas.openxmlformats.org/drawingml/2006/main" w="0">
            <a:solidFill>
              <a:srgbClr val="3563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6C82F-D239-445F-86A7-050D5E7B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Find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AF5DD2-7454-4E9D-8007-F396A591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GAMEID 조건으로 Steam Lobby 검색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09BC8-7898-4E6A-AE39-966EC1D5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DBB37-7336-4E7B-B8AA-5C2BD610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EF9"/>
          </a:solidFill>
          <a:ln xmlns:a="http://schemas.openxmlformats.org/drawingml/2006/main" w="0">
            <a:solidFill>
              <a:srgbClr val="296EF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CA1A7-63DC-42A8-8212-105B4465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Join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367484-7FBC-4845-9206-6C33B783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선택한 세션 인덱스로 참가 요청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112E27-8237-4C26-9BCB-F4138237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90600"/>
            <a:ext cx="5476875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C0D763-B8A1-4F05-9624-7B4584A7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00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세션 생명주기와 이동 흐름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03AEC8-28F5-45C2-B5F3-E8C50BC2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668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Host 경로와 Remote Client 경로를 분리하고, 같은 인게임 월드에서 역할/UI/데이터 흐름으로 합류시킨 구조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E9D740-3B34-4FAF-97F2-2AECEAD1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4876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solidFill>
              <a:srgbClr val="F4F8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104BD3-48AA-4DED-80BE-1B24643E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4876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FFF9F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58C101-B31E-4E1F-9970-915C3E93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33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HOST = Server + Local Player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BDD56A-A63C-4BE5-A522-74B832A4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338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36A00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36A00"/>
                </a:solidFill>
                <a:latin typeface="Pretendard"/>
                <a:ea typeface="Pretendard"/>
                <a:cs typeface="Pretendard"/>
              </a:rPr>
              <a:t>REMOTE CLIENT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58595F-4848-42EA-A172-DECA5BDD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384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E2B575-171D-4413-AAC8-6687E5A2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384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38E19F-DFD8-499F-8810-F80C5811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717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Create Session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748B3C-D63D-4E63-8EAA-151224B9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bUseLobbiesIfAvailable</a:t>
            </a:r>
          </a:p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ROOMNAME / GAMEID 광고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C4A53C-9136-4599-A1EF-6F343684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F01205-CDA4-4ED8-9C66-4A9C00DD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4F1BC2-8FAA-4648-AC24-4BD5D96A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38400"/>
            <a:ext cx="1447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51A497-9F69-45B9-90C7-CB8CA353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384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6F1BDE-6015-4F1A-A5BC-84C60A94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ServerTravel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20D94B-BA45-4EEA-9E95-1A2451EE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OfficeMap?listen</a:t>
            </a:r>
          </a:p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Host가 서버 역할 수행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27AA6B-0A4A-4F99-9694-E15805B1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370294-628D-4D2D-A9DC-88B06865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D25E95-CEF8-46BB-8CE6-695EB4E7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386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913D79-8C10-44D9-BEF2-6B99DC97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386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A00"/>
          </a:solidFill>
          <a:ln xmlns:a="http://schemas.openxmlformats.org/drawingml/2006/main" w="0">
            <a:solidFill>
              <a:srgbClr val="B36A0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1B19B7-940E-4A07-943B-32F6BA98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719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Find Sessions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D5FBA3-7AC6-4C7B-8F99-18E4A7C9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196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SEARCH_LOBBIES</a:t>
            </a:r>
          </a:p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GAMEID == UE_ReNe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3A4173-F758-4852-B40D-11CE1D12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005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A00"/>
          </a:solidFill>
          <a:ln xmlns:a="http://schemas.openxmlformats.org/drawingml/2006/main" w="0">
            <a:solidFill>
              <a:srgbClr val="B36A00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6CC138-7B6E-41DF-B816-E8D42DDA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36A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B36A00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2B6BF3-05FF-4388-ADB4-CED4A84A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AE4243-44CF-4268-B137-2430A12E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A00"/>
          </a:solidFill>
          <a:ln xmlns:a="http://schemas.openxmlformats.org/drawingml/2006/main" w="0">
            <a:solidFill>
              <a:srgbClr val="B36A00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60A511-DCB0-4D70-8BBD-5FB62F04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71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Join Session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D1D7F7-B4BB-41ED-98BB-A3216314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19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Resolved Connect String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1EA6D7-F23B-411D-BA7A-BC4FF56F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005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A00"/>
          </a:solidFill>
          <a:ln xmlns:a="http://schemas.openxmlformats.org/drawingml/2006/main" w="0">
            <a:solidFill>
              <a:srgbClr val="B36A00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AD5F25-D926-4050-856B-B860C1FA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36A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B36A00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278CE4-2108-47CF-91FD-C04DAFC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38600"/>
            <a:ext cx="933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AAC0F4-7A29-4E1C-A2FD-B1DC5B4E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386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A00"/>
          </a:solidFill>
          <a:ln xmlns:a="http://schemas.openxmlformats.org/drawingml/2006/main" w="0">
            <a:solidFill>
              <a:srgbClr val="B36A00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CC33E1-7F6C-4930-88C2-0FF73ACC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7195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Travel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D73392-32E0-4334-8DD7-649CDD6B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196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ClientTravel(URL)</a:t>
            </a:r>
          </a:p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인게임 접속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5F9D35-6FC3-410A-8C35-5E82A790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16573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solidFill>
              <a:srgbClr val="1A1A1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DD48D3-2DC3-416C-AD6F-62F5A110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38525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Playable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Multiplayer Loop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BE8DAE-5CED-4034-A25F-5420A4D5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2905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A00"/>
          </a:solidFill>
          <a:ln xmlns:a="http://schemas.openxmlformats.org/drawingml/2006/main" w="0">
            <a:solidFill>
              <a:srgbClr val="B36A00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DACDD5-AE4D-4F0D-8D52-46E91E4B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867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36A00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36A00"/>
                </a:solidFill>
                <a:latin typeface="Pretendard"/>
                <a:ea typeface="Pretendard"/>
                <a:cs typeface="Pretendard"/>
              </a:rPr>
              <a:t>v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87DE0B-7619-4BC9-86B5-32C819D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2476500" cy="48768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F8FE1AE-943E-45A1-A411-CE89E4F0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00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접속 이후 책임 분리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DA41FCE-54B4-4DCF-AA57-23363285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66850"/>
            <a:ext cx="1952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Listen Server에서 UI가 잘못 뜨거나 데이터가 로컬에 고립되지 않도록 책임을 나눴다.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61E0C1-7537-4AAE-8D74-E106CB41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1943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E580E0-E165-458E-BF0E-25A6728E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AEBB63-E222-47B0-867B-B27CC5AC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288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Role UI Gate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7670DB8-73B4-41ED-A971-7A48C471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HasAuthority()</a:t>
            </a:r>
          </a:p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IsLocalController()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DE09BE6-42A1-4233-9461-5F6792F2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9900"/>
            <a:ext cx="1943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6AF31F0-44E7-4F9C-9645-BDD1C311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99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EF9"/>
          </a:solidFill>
          <a:ln xmlns:a="http://schemas.openxmlformats.org/drawingml/2006/main" w="0">
            <a:solidFill>
              <a:srgbClr val="296EF9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B1F9F3-1124-4FC8-9A4F-A228E65A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RPC Boundary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301F803-4674-4C72-82E6-12DEED9A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909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ServerRPC_ShowHUD</a:t>
            </a:r>
          </a:p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ClientRPC_ShowHUD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579D639-340F-4799-84D9-29BEE237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24300"/>
            <a:ext cx="1943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2B71174-1B0C-4100-9BFA-36BAEB10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243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73"/>
          </a:solidFill>
          <a:ln xmlns:a="http://schemas.openxmlformats.org/drawingml/2006/main" w="0">
            <a:solidFill>
              <a:srgbClr val="356373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B847335-4A24-4749-9154-5CC6DD79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576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Replicated State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BA8AEE1-D703-410C-BEBE-DAFE6C00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053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userdata / bVoicable</a:t>
            </a:r>
          </a:p>
          <a:p xmlns:a="http://schemas.openxmlformats.org/drawingml/2006/main">
            <a:pPr algn="l">
              <a:def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InterviewResultID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0BF9B9F-B5DA-44DF-8A57-01BF35B2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577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1E1A8B-5446-47D1-BA58-E8262434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2442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ARene_PlayerController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9DC0928-53CC-4A12-9A56-3912A828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8160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93277F-6DE8-47D8-87CD-CFBB0F4F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48275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ARene_PlayerState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2EC7A1D-3C6D-4038-BC86-7B128A08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B7E3E80-3962-402E-86E7-4787B420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45D4EF7-9DBA-453E-B440-DE0DFAEC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96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세션 UI가 실제 접속 흐름으로 이어짐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A7E7DCA-E3CC-4BB1-AB27-3C005B1B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32460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/ Find / Join 버튼과 동적 세션 리스트를 Delegate 기반으로 연결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DB52F03-8A8E-47AB-97BC-A02A7F38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6265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BB9CD29-F3C0-4623-A80D-55CF06B5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1626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A24211C-80A7-4A4C-B447-7C01D959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096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역할별 화면 책임이 분리됨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6FA2349-4E4F-420C-9037-D7D45557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32460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Host는 기업 UI, Client는 구직자 UI만 표시되도록 권한 조건 보정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99DDE5F-71D5-4D0B-9BB0-03750914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6265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474EFC3-240A-4216-8380-4E0EFB54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1626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9739D4C-4D84-481D-B570-5CAC7ECF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096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상위 기능을 얹을 네트워크 토대 확보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E413B4E-401C-45B2-99CE-E9675C6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2460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음성 채팅, 면접 플로우, 결과 리포트가 참조할 PlayerState 복제 기반 마련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CB0656-098B-4AB8-B8D0-55CD079B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05400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E0FC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3348146-344E-4ADA-B637-4AD9A2F7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2075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ServerTravel("OfficeMap?listen")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930C8A3-BEBA-48BA-840C-8088FC79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F1D6A8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924848C-CB06-4237-9DDE-05D7252C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720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6A0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36A00"/>
                </a:solidFill>
                <a:latin typeface="Pretendard"/>
                <a:ea typeface="Pretendard"/>
                <a:cs typeface="Pretendard"/>
              </a:rPr>
              <a:t>ClientTravel(URL)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96AFFF7-0149-4474-AB3D-B9393AED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48300"/>
            <a:ext cx="1981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FE3EA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AB85729-5D76-476C-AC9B-5833DCEF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14975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373"/>
                </a:solidFill>
                <a:latin typeface="Pretendard"/>
                <a:ea typeface="Pretendard"/>
                <a:cs typeface="Pretendard"/>
              </a:rPr>
              <a:t>DOREPLIFETIME(userdata)</a:t>
            </a:r>
          </a:p>
        </p:txBody>
      </p:sp>
    </p:spTree>
    <p:extLst>
      <p:ext uri="{BB962C8B-B14F-4D97-AF65-F5344CB8AC3E}">
        <p14:creationId xmlns:p14="http://schemas.microsoft.com/office/powerpoint/2010/main" val="1651773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2026-05-28T20:41:12.5810000Z</dcterms:created>
  <dcterms:modified xsi:type="dcterms:W3CDTF">2026-05-28T20:41:12.5820000Z</dcterms:modified>
</coreProperties>
</file>