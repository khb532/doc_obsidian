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40080"/>
            <a:ext cx="1463040" cy="2926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C"/>
                </a:solidFill>
              </a:rPr>
              <a:t>MHGA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개인 기여 포트폴리오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 · C++ · Multiplayer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1148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khb532 (GitHub: Dove9)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기간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770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2025.09 ~ 2025.11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18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3118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협동 요리 액션 (멀티플레이)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65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규모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465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3인 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57200"/>
            <a:ext cx="246888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457200"/>
            <a:ext cx="2468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94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기여 통계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005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커밋 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2057400"/>
            <a:ext cx="19202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수정 파일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2468880"/>
            <a:ext cx="228600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468880"/>
            <a:ext cx="2286000" cy="228600"/>
          </a:xfrm>
          <a:prstGeom prst="rect">
            <a:avLst/>
          </a:prstGeom>
          <a:solidFill>
            <a:srgbClr val="F96167">
              <a:alpha val="30000"/>
            </a:srgbClr>
          </a:solidFill>
          <a:ln w="12700">
            <a:solidFill>
              <a:srgbClr val="F96167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WrappingPaper.cpp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321040" y="2468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E795"/>
                </a:solidFill>
              </a:rPr>
              <a:t>15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2807208"/>
            <a:ext cx="228600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2807208"/>
            <a:ext cx="1828800" cy="228600"/>
          </a:xfrm>
          <a:prstGeom prst="rect">
            <a:avLst/>
          </a:prstGeom>
          <a:solidFill>
            <a:srgbClr val="F96167">
              <a:alpha val="30000"/>
            </a:srgbClr>
          </a:solidFill>
          <a:ln w="12700">
            <a:solidFill>
              <a:srgbClr val="F96167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807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WrappingPaper.h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28072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E795"/>
                </a:solidFill>
              </a:rPr>
              <a:t>12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92240" y="3145536"/>
            <a:ext cx="228600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145536"/>
            <a:ext cx="1066800" cy="228600"/>
          </a:xfrm>
          <a:prstGeom prst="rect">
            <a:avLst/>
          </a:prstGeom>
          <a:solidFill>
            <a:srgbClr val="F96167">
              <a:alpha val="30000"/>
            </a:srgbClr>
          </a:solidFill>
          <a:ln w="12700">
            <a:solidFill>
              <a:srgbClr val="F96167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145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BurgerData.h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321040" y="31455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E795"/>
                </a:solidFill>
              </a:rPr>
              <a:t>7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3483864"/>
            <a:ext cx="228600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3483864"/>
            <a:ext cx="1066800" cy="228600"/>
          </a:xfrm>
          <a:prstGeom prst="rect">
            <a:avLst/>
          </a:prstGeom>
          <a:solidFill>
            <a:srgbClr val="F96167">
              <a:alpha val="30000"/>
            </a:srgbClr>
          </a:solidFill>
          <a:ln w="12700">
            <a:solidFill>
              <a:srgbClr val="F96167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4838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CookingArea.cpp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321040" y="34838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E795"/>
                </a:solidFill>
              </a:rPr>
              <a:t>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92240" y="3822192"/>
            <a:ext cx="228600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3822192"/>
            <a:ext cx="914400" cy="228600"/>
          </a:xfrm>
          <a:prstGeom prst="rect">
            <a:avLst/>
          </a:prstGeom>
          <a:solidFill>
            <a:srgbClr val="F96167">
              <a:alpha val="30000"/>
            </a:srgbClr>
          </a:solidFill>
          <a:ln w="12700">
            <a:solidFill>
              <a:srgbClr val="F96167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InteractComponent.cpp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321040" y="38221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E795"/>
                </a:solidFill>
              </a:rPr>
              <a:t>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· C++ · Multiplayer Replication · DataTable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프로젝트 개요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MHGA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햄버거 가게를 배경으로 한 실시간 멀티플레이 협동 게임.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플레이어들은 주방에서 역할을 분담해 손님 주문에 맞는 햄버거를 완성하고 서빙한다.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 조리 → 포장지 레시피 판정 → 햄버거 완성의 게임 루프가 핵심.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20116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777240"/>
            <a:ext cx="20116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216152"/>
            <a:ext cx="20116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216152"/>
            <a:ext cx="20116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655064"/>
            <a:ext cx="20116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655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RPC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655064"/>
            <a:ext cx="20116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655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NetMulticast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역할 분담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859536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08960"/>
            <a:ext cx="54864" cy="5303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1089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khb532 (본인)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1089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WrappingPaper 시스템, 레시피 DataTable, 조리 시스템(Patty/Portions/CookingArea), SauceBottle, 멀티플레이 리플리케이션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703320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03320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7033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hgh3k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70332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GasFryer 비주얼/애니메이션, 손님 AI, UI 효과음, 씬 시퀀스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297680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297680"/>
            <a:ext cx="54864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2976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허지웅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2976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이동/사운드, 로비 시스템, 패키징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WrappingPaper 시스템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GAMEPLAY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처리 흐름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5156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재료 올림 (Overlap)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" y="1435608"/>
            <a:ext cx="36576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81912"/>
            <a:ext cx="3840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81912"/>
            <a:ext cx="54864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81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AddIngredient [Server RPC]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" y="1965960"/>
            <a:ext cx="36576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12264"/>
            <a:ext cx="3840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12264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122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DOREPLIFETIME 클라이언트 동기화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" y="2496312"/>
            <a:ext cx="36576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42616"/>
            <a:ext cx="3840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42616"/>
            <a:ext cx="54864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426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TryWrap [Server RPC] E키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" y="3026664"/>
            <a:ext cx="36576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72968"/>
            <a:ext cx="3840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72968"/>
            <a:ext cx="54864" cy="38404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72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FindMatchingRecipe() DataTable 매칭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" y="3557016"/>
            <a:ext cx="36576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703320"/>
            <a:ext cx="3840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03320"/>
            <a:ext cx="54864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703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AHamburger Spawn + MultiRPC_SetMat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0" y="731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설계 포인트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1033272"/>
            <a:ext cx="429768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1033272"/>
            <a:ext cx="429768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124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 순서 무관 판정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142646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TArray → TMap&lt;EIngredient,int32&gt; 변환으로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재료를 올리는 순서와 무관하게 레시피 일치 판정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093976"/>
            <a:ext cx="429768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2093976"/>
            <a:ext cx="4297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185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 연동 설계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24871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FBurgerRecipe : FTableRowBase 상속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재빌드 없이 에디터에서 레시피 추가 가능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154680"/>
            <a:ext cx="429768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3154680"/>
            <a:ext cx="429768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권한 보장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35478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AddIngredient / TryWrap → Server, Reliable RPC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로직은 서버에서만 실행, 클라이언트 조작 불가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215384"/>
            <a:ext cx="429768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0" y="4215384"/>
            <a:ext cx="4297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306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동기화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63440" y="460857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OnAreaIngredients → DOREPLIFETIME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클라이언트에 재료 목록 자동 전파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레시피 판정 알고리즘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FindMatchingRecipe()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120640" cy="4114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512064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WrappingPaper.cpp  —  FindMatchingRecipe()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EBurgerMenu 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2390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FindMatchingRecipe(UDataTable* DT,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399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TArray&lt;FIngredientStack&gt;&amp; WrapperIngr)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5590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17190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배열 → TMap 변환 (재료ID : 수량)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18790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TMap&lt;EIngredient, int32&gt; WrapMap =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20391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MakeMapFromArray(WrapperIngr);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21991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23591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TArray&lt;FBurgerRecipe*&gt; AllRows;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25191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DT-&gt;GetAllRows(..., AllRows);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8392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(FBurgerRecipe* Row : AllRows)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" y="29992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0" y="31592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TMap RecipeMap = MakeMapFromArray(...);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33192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키 수 다르면 skip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34792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(RecipeMap.Num() != WrapMap.Num())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36393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continue;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" y="37993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키-값 완전 일치 검사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0" y="39593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(isMatched) return Row-&gt;BurgerName;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41193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5760" y="4279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EBurgerMenu::WrongBurger;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669280" y="731520"/>
            <a:ext cx="32004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0" y="731520"/>
            <a:ext cx="32004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868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TMap인가?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1170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직접 비교 시 순서가 달라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실패. TMap 변환으로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무관 레시피 매칭 구현.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0" y="2103120"/>
            <a:ext cx="32004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0" y="2103120"/>
            <a:ext cx="3200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 연동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60720" y="25420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FBurgerRecipe : FTableRowBase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에디터에서 레시피 추가/수정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 (C++ 재빌드 불필요).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0" y="3474720"/>
            <a:ext cx="32004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0" y="3474720"/>
            <a:ext cx="3200400" cy="6400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WrongBurger 처리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60720" y="39136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일치 레시피 없으면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WrongBurger 반환.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로직상 패널티 적용.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조리 시스템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Patty · Portions · CookingArea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4114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41148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Patty — 앞뒷면 독립 조리 상태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384048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34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38404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아무것도 안 익음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600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RawPatty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38404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한쪽만 익음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1965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RawPatty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38404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31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모두 익음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WellDonePatty 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38404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97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한쪽이라도 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697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OvercookedPatty 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기반 뒤집기 보정 (Server_CheckFlip)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4290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 주기 타이머로 액터 UpVector와 월드 UpVector의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내적 검사 → 논리 상태 불일치 시 자동 보정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OnRep_CookStateChanged() → UpdateMaterial()로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UMaterialInstanceDynamic 파라미터 직접 제어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731520"/>
            <a:ext cx="42062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73152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Portions — 튀김 조리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117043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b_IsShanghai / b_IsShrimp 플래그로 재료 타입 구분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타이머 15초 완료 시 EIngredient 타입 전환: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RawPortion → ShanghaiPortion / ShrimpPortion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CookState DOREPLIFETIME + OnRep_CookState() 머티리얼 갱신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20624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206240" cy="6400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26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CookingArea — 조리대 트리거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24612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Collision 기반 OnOverlapBegin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HasAuthority() 체크로 서버 전용 실행 보장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b_IsFryMachine 플래그로 튀김기 연동: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AGasFryer::StartCooking()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타이머로 알람 사운드 재생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 이탈 시 ShutdownCook() 호출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네트워크 아키텍처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REPLICATION 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1480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41148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41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(HasAuthority)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252728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197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 추가/제거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581912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 판정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911096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햄버거 스폰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240280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185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조리 타이머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569464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패티 상태 변경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749808"/>
            <a:ext cx="411480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749808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841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RPC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25272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197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E키 입력 전달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58191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포장 시도 (TryWrap)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91109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패티 뒤집기 감지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24028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185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발사 요청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898648"/>
            <a:ext cx="411480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898648"/>
            <a:ext cx="4114800" cy="6400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990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NetMulticast RPC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3401568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사운드 재생 동기화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730752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머티리얼 변경 전파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059936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햄버거 텍스처 적용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알람 사운드 재생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898648"/>
            <a:ext cx="411480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898648"/>
            <a:ext cx="41148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2990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DOREPLIFETIME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46320" y="3401568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OnAreaIngredients 복제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3730752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CookState 복제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4059936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10912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BurgerName 복제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4389120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10912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OnRep 콜백 머티리얼 갱신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[클라이언트] E키  →  Server RPC  →  [서버] 레시피 판정  →  SpawnActor  →  DOREPLIFETIME  →  MultiRPC_SetMat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기술 스택 요약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54864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49808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55648"/>
            <a:ext cx="54864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28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103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Server/NetMulticast RPC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DOREPLIFETIME / ReplicatedUsing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755648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755648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828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관리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 + FTableRowBase 상속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61488"/>
            <a:ext cx="54864" cy="9144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 인식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1089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 기반 순서 무관 레시피 매칭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61488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761488"/>
            <a:ext cx="54864" cy="9144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머티리얼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31089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UMaterialInstanceDynamic 파라미터 제어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67328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67328"/>
            <a:ext cx="54864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41148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SceneCaptureComponent2D + RenderTarget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767328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767328"/>
            <a:ext cx="54864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사운드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41148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SoundAttenuation 공간 음향 + Multicast RPC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MHGA Project  ·  khb532 (Dove9)  ·  2025.09 ~ 2025.11  ·  Unreal Engine 5 C++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MHGA Portfolio - KHB</dc:title>
  <dc:subject>PptxGenJS Presentation</dc:subject>
  <dc:creator>KHB</dc:creator>
  <cp:lastModifiedBy>KHB</cp:lastModifiedBy>
  <cp:revision>1</cp:revision>
  <dcterms:created xsi:type="dcterms:W3CDTF">2026-04-03T11:28:43Z</dcterms:created>
  <dcterms:modified xsi:type="dcterms:W3CDTF">2026-04-03T11:28:43Z</dcterms:modified>
</cp:coreProperties>
</file>