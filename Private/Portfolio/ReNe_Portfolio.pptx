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457200"/>
            <a:ext cx="4572000" cy="6858000"/>
          </a:xfrm>
          <a:prstGeom prst="rect">
            <a:avLst/>
          </a:prstGeom>
          <a:solidFill>
            <a:srgbClr val="00BFA6">
              <a:alpha val="12000"/>
            </a:srgbClr>
          </a:solidFill>
          <a:ln w="12700">
            <a:solidFill>
              <a:srgbClr val="00BFA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6858000" y="0"/>
            <a:ext cx="2743200" cy="5486400"/>
          </a:xfrm>
          <a:prstGeom prst="rect">
            <a:avLst/>
          </a:prstGeom>
          <a:solidFill>
            <a:srgbClr val="0A7CFF">
              <a:alpha val="9000"/>
            </a:srgbClr>
          </a:solidFill>
          <a:ln w="12700">
            <a:solidFill>
              <a:srgbClr val="0A7CFF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FA6"/>
                </a:solidFill>
              </a:rPr>
              <a:t>PORTFOLIO  ·  Unreal Engine 5 Developer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UE_ReNe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6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기반 메타버스 채용 면접 플랫폼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2004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6"/>
                </a:solidFill>
              </a:rPr>
              <a:t>역할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UE팀 — 클라이언트 전담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38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6"/>
                </a:solidFill>
              </a:rPr>
              <a:t>기간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2025.11 ~ 2026.01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6"/>
                </a:solidFill>
              </a:rPr>
              <a:t>엔진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Unreal Engine 5  ·  C++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6"/>
                </a:solidFill>
              </a:rPr>
              <a:t>협업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4306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GitHub  ·  팀 2개 파트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FA6"/>
                </a:solidFill>
              </a:rPr>
              <a:t>Dove9 (khb532)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프로젝트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5720" cy="9144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F"/>
                </a:solidFill>
              </a:rPr>
              <a:t>UE_ReNe는 구직자와 채용 기업이 언리얼 엔진 5 기반 메타버스 공간에서 만나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6EF"/>
                </a:solidFill>
              </a:rPr>
              <a:t>AI 면접 또는 1:1 실시간 음성 면접을 진행할 수 있는 팀 협업 프로젝트입니다.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3977640" cy="16916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AI 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6EF"/>
                </a:solidFill>
              </a:rPr>
              <a:t>AI 면접 서버 구축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066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6EF"/>
                </a:solidFill>
              </a:rPr>
              <a:t>STT / TTS 파이프라인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54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6EF"/>
                </a:solidFill>
              </a:rPr>
              <a:t>면접 결과 분석 백엔드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938528"/>
            <a:ext cx="3977640" cy="16916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938528"/>
            <a:ext cx="397764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6"/>
                </a:solidFill>
              </a:rPr>
              <a:t>UE 팀  (내 담당)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6EF"/>
                </a:solidFill>
              </a:rPr>
              <a:t>PlayerController 시스템 전체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6EF"/>
                </a:solidFill>
              </a:rPr>
              <a:t>UMG 위젯 UI 구현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6EF"/>
                </a:solidFill>
              </a:rPr>
              <a:t>HTTP 통신 컴포넌트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6EF"/>
                </a:solidFill>
              </a:rPr>
              <a:t>음성 녹음 &amp; 전송 시스템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6EF"/>
                </a:solidFill>
              </a:rPr>
              <a:t>AI 면접 플로우 연동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Unreal Engine 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91056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91056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C++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16352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UMG / Slate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41648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Enhanced Input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66944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HTTP Module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Voice Module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17536" y="3840480"/>
            <a:ext cx="1188720" cy="347472"/>
          </a:xfrm>
          <a:prstGeom prst="rect">
            <a:avLst/>
          </a:prstGeom>
          <a:solidFill>
            <a:srgbClr val="1F3454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17536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CFF"/>
                </a:solidFill>
              </a:rPr>
              <a:t>Git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기술 스택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PlayerController 아키텍처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ARene_PlayerController — UI &amp; 네트워크 &amp; 입력의 중앙 허브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9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UI 생명주기 관리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HUD / 인포데스크 / 역할별 UI를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PlayerController가 중앙 관리.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생성 인스턴스 재사용으로 최적화.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96012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69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멀티플레이어 RPC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143560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Server → Client RPC 체인으로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올바른 클라이언트에만 UI 전달.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HasAuthority 3중 체크 적용.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96012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96012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69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카메라 전환 시스템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63056" y="143560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태그 기반 카메라 액터 런타임 탐색.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SetViewTargetWithBlend()로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부드러운 씬 전환.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0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Host 근접 감지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35584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Tick 기반 거리 체크(임계 200u).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이동 중·착석 중 상태 복합 판단.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자동 팝업 UI 생성/제거.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88036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88036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990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Enhanced Input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335584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IMC_Common + IA_Menu 연동.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Push-to-Talk 입력 처리.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Started / Completed 이벤트 분리.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25896" y="2880360"/>
            <a:ext cx="2651760" cy="173736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2880360"/>
            <a:ext cx="45720" cy="1737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990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유저 데이터 동기화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63056" y="335584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BeginPlay에서 GameInstance 캐시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PlayerState 동기화.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Host직접/Client RPC 경로 분기.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UI 시스템 전체 구조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02920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</a:rPr>
              <a:t>구현 위젯 목록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Rene_HUD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264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메인 HUD — WidgetSwitcher로 상태 전환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Rene_SelectMeetingWidget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938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면접 방식 선택 (AI / 1:1 사람)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31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Rene_InterviewWidget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AI 면접 진행 화면 · 자막 · PTT 표시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Rene_HostSitWidget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9626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Host 착석 확인 팝업 · 카메라 전환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Rene_ProfileWidget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474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유저 프로필 · 서류 업로드 진입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Rene_UploadingPopupWidget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986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업로드 상태 팝업 — 3상태 머신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279392"/>
            <a:ext cx="36576" cy="2926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FDA"/>
                </a:solidFill>
              </a:rPr>
              <a:t>Rene_WebViewWidget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AI 결과 리포트 인게임 웹뷰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32120" y="777240"/>
            <a:ext cx="329184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777240"/>
            <a:ext cx="45720" cy="9144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850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인스턴스 재사용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1143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HUD는 생성 후 캐싱, 중복 생성 방지.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표시/숨김만으로 성능 유지.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1801368"/>
            <a:ext cx="329184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32120" y="1801368"/>
            <a:ext cx="45720" cy="9144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역할 분기 UI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21671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Host → Company_Widget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Client → Seeker_Widget 자동 분리.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32120" y="2825496"/>
            <a:ext cx="329184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32120" y="2825496"/>
            <a:ext cx="45720" cy="9144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상태 머신 팝업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31912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UploadingPopup: 업로드/완료/에러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3상태를 WidgetSwitcher로 전환.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32120" y="3849624"/>
            <a:ext cx="3291840" cy="9144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32120" y="3849624"/>
            <a:ext cx="45720" cy="9144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중복 바인딩 방지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42153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NativeConstruct에서 RemoveDynamic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AddDynamic 패턴 일관 적용.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네트워크 &amp; 음성 통신 시스템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83464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83464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6"/>
                </a:solidFill>
              </a:rPr>
              <a:t>Rene_FileUploader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216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6"/>
                </a:solidFill>
              </a:rPr>
              <a:t>서류 파일 업로드 컴포넌트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50876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Multipart/form-data 바디 수동 조립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1305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플레이어명 + 타임스탬프 파일명 자동 생성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75234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역할별 엔드포인트 분기 (기업 / 구직자)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37413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OnSuccess / OnFailure 델리게이트 이벤트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9959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DataTable 기반 URL 런타임 관리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777240"/>
            <a:ext cx="283464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777240"/>
            <a:ext cx="283464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6"/>
                </a:solidFill>
              </a:rPr>
              <a:t>Rene_LocalVoiceRecorder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1216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6"/>
                </a:solidFill>
              </a:rPr>
              <a:t>음성 녹음 &amp; AI 전송 컴포넌트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50876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IVoiceCapture 인터페이스로 OS 마이크 캡처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1305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20ms 타이머 폴링 — PCM 실시간 누적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5234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FScopeLock 쓰레드 안전 버퍼 관리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37413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발화 역할(company/seeker) 자동 태깅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9959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AI 응답 JSON 파싱 → 자막 / 음성 / 결과 분리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777240"/>
            <a:ext cx="283464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777240"/>
            <a:ext cx="283464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A6"/>
                </a:solidFill>
              </a:rPr>
              <a:t>Rene_AIInterviewNetworkManager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91072" y="1216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6"/>
                </a:solidFill>
              </a:rPr>
              <a:t>AI 면접 HTTP 매니저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91072" y="150876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캐싱 + 지연 전송 패턴으로 타이밍 동기화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91072" y="21305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이동 완료 시점에 HTTP POST 전송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91072" y="275234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JSON: jobseeker_id / company_id / job_group_id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91072" y="337413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세션 ID 획득 → PlayerController 저장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91072" y="39959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초기 AI 음성(Base64) → 즉시 재생 연동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면접 전체 플로우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86868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면접 선택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SelectMeetingWidget에서 AI 면접 클릭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GameState 순회로 Host 기업 정보 자동 탐색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PlayerController에 요청 위임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714500"/>
            <a:ext cx="18288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77724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86868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3048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이동 &amp; 캐싱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130759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NavMesh 자동이동 시작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AIInterviewManager에 요청 데이터 캐싱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(이동 완료 전 HTTP 전송 방지)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714500"/>
            <a:ext cx="18288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77724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86868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39128" y="886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HTTP 요청 전송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130759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이동·착석 완료 → ShowInterviewWidget()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SendCachedRequest() 호출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POST: jobseeker_id / company_id / job_group_id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288036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AI 응답 수신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31927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session_id + ai_message + ai_audio_base64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세션 ID 저장 / 자막 표시 / 음성 재생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인터뷰 카메라 전환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63240" y="3726180"/>
            <a:ext cx="18288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78892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288036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13048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음성 대화 루프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83280" y="331927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PTT 버튼 → PCM 녹음 시작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버튼 해제: 업로드 → AI 응답 수신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자막 갱신 / 음성 재생 반복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9320" y="3726180"/>
            <a:ext cx="18288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788920"/>
            <a:ext cx="2743200" cy="1874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81928" y="2880360"/>
            <a:ext cx="365760" cy="3657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39128" y="2898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종료 &amp; 결과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09360" y="331927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ForceEnd 요청 → result_id 수신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Server RPC로 PlayerState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E6EF"/>
                </a:solidFill>
              </a:rPr>
              <a:t>→ WebView로 AI 리포트 페이지 표시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기술적 도전과 해결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10058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54864" cy="1005840"/>
          </a:xfrm>
          <a:prstGeom prst="rect">
            <a:avLst/>
          </a:prstGeom>
          <a:solidFill>
            <a:srgbClr val="0A7CFF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841248"/>
            <a:ext cx="10058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841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CFF"/>
                </a:solidFill>
              </a:rPr>
              <a:t>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72768" y="841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이동-HTTP 타이밍 불일치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" y="1161288"/>
            <a:ext cx="1005840" cy="237744"/>
          </a:xfrm>
          <a:prstGeom prst="rect">
            <a:avLst/>
          </a:prstGeom>
          <a:solidFill>
            <a:srgbClr val="0A2E20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61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A6"/>
                </a:solidFill>
              </a:rPr>
              <a:t>SOLUTION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72768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</a:rPr>
              <a:t>캐싱 + 지연 전송 패턴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859536"/>
            <a:ext cx="0" cy="786384"/>
          </a:xfrm>
          <a:prstGeom prst="line">
            <a:avLst/>
          </a:prstGeom>
          <a:noFill/>
          <a:ln w="12700">
            <a:solidFill>
              <a:srgbClr val="2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8412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AI 면접 시작 시 HTTP 요청을 즉시 보내면, 이동 완료 전 응답이 도착해 UI가 잘못된 시점에 표시.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→ AIInterviewNetworkManager에 데이터 캐싱 후, 캐릭터가 착석 완료 시점에 SendCachedRequest() 호출하여 동기화.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19656"/>
            <a:ext cx="8503920" cy="10058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819656"/>
            <a:ext cx="54864" cy="1005840"/>
          </a:xfrm>
          <a:prstGeom prst="rect">
            <a:avLst/>
          </a:prstGeom>
          <a:solidFill>
            <a:srgbClr val="0A7CFF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911096"/>
            <a:ext cx="10058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911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CFF"/>
                </a:solidFill>
              </a:rPr>
              <a:t>PROBLEM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72768" y="1911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위젯 미생성 시 초기 AI 메시지 소실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2231136"/>
            <a:ext cx="1005840" cy="237744"/>
          </a:xfrm>
          <a:prstGeom prst="rect">
            <a:avLst/>
          </a:prstGeom>
          <a:solidFill>
            <a:srgbClr val="0A2E20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A6"/>
                </a:solidFill>
              </a:rPr>
              <a:t>SOLUTION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2768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</a:rPr>
              <a:t>CachedInitialAIMessage 변수 캐싱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929384"/>
            <a:ext cx="0" cy="786384"/>
          </a:xfrm>
          <a:prstGeom prst="line">
            <a:avLst/>
          </a:prstGeom>
          <a:noFill/>
          <a:ln w="12700">
            <a:solidFill>
              <a:srgbClr val="2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91109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서버 응답이 빠를 경우 InterviewWidget 생성 전에 DisplayInitialAIMessage()가 호출되어 자막이 표시되지 않음.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→ 멤버 변수에 메시지 임시 저장 → 위젯 생성 직후 캐시 확인 후 자막 갱신 및 초기화.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89504"/>
            <a:ext cx="8503920" cy="10058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9504"/>
            <a:ext cx="54864" cy="1005840"/>
          </a:xfrm>
          <a:prstGeom prst="rect">
            <a:avLst/>
          </a:prstGeom>
          <a:solidFill>
            <a:srgbClr val="0A7CFF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2980944"/>
            <a:ext cx="10058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9809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CFF"/>
                </a:solidFill>
              </a:rPr>
              <a:t>PROBLEM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72768" y="2980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멀티플레이어 UI 권한 오표시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" y="3300984"/>
            <a:ext cx="1005840" cy="237744"/>
          </a:xfrm>
          <a:prstGeom prst="rect">
            <a:avLst/>
          </a:prstGeom>
          <a:solidFill>
            <a:srgbClr val="0A2E20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300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A6"/>
                </a:solidFill>
              </a:rPr>
              <a:t>SOLUTION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72768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</a:rPr>
              <a:t>3중 Authority 체크 + RPC 체인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2999232"/>
            <a:ext cx="0" cy="786384"/>
          </a:xfrm>
          <a:prstGeom prst="line">
            <a:avLst/>
          </a:prstGeom>
          <a:noFill/>
          <a:ln w="12700">
            <a:solidFill>
              <a:srgbClr val="2E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980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Host/Client가 동일 PlayerController를 공유하므로, 잘못된 쪽에 UI가 생성될 위험.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→ HasAuthority() + IsLocalPlayerController() + IsLocalController() 3중 체크. Server→Client RPC 체인으로 올바른 대상에만 UI 전달.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959352"/>
            <a:ext cx="8503920" cy="10058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959352"/>
            <a:ext cx="54864" cy="1005840"/>
          </a:xfrm>
          <a:prstGeom prst="rect">
            <a:avLst/>
          </a:prstGeom>
          <a:solidFill>
            <a:srgbClr val="0A7CFF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" y="4050792"/>
            <a:ext cx="10058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0A7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0507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CFF"/>
                </a:solidFill>
              </a:rPr>
              <a:t>PROBLEM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572768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Multipart 바이너리 수동 조립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" y="4370832"/>
            <a:ext cx="1005840" cy="237744"/>
          </a:xfrm>
          <a:prstGeom prst="rect">
            <a:avLst/>
          </a:prstGeom>
          <a:solidFill>
            <a:srgbClr val="0A2E20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370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A6"/>
                </a:solidFill>
              </a:rPr>
              <a:t>SOLUTION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72768" y="4370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6"/>
                </a:solidFill>
              </a:rPr>
              <a:t>TArray&lt;uint8&gt; 바이트 직접 구성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37760" y="4069080"/>
            <a:ext cx="0" cy="786384"/>
          </a:xfrm>
          <a:prstGeom prst="line">
            <a:avLst/>
          </a:prstGeom>
          <a:noFill/>
          <a:ln w="12700">
            <a:solidFill>
              <a:srgbClr val="2E4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0507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UE HTTP Module은 multipart/form-data 바디를 자동 생성하지 않아 파일 업로드 불가.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EF"/>
                </a:solidFill>
              </a:rPr>
              <a:t>→ 바운더리 문자열, Content-Disposition 헤더, 파일 바이트를 uint8 배열에 직접 조립하여 완전한 요청 구성.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개발 역량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" y="7772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7772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🏗  시스템 설계 능력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271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PlayerController를 UI/네트워크/입력의 중앙 허브로 설계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7282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컴포넌트 분리 (FileUploader, VoiceRecorder, AIManager)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185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역할 기반 분기 구조 — 기업 / 구직자 UI 자동 분리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7772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7772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🌐  네트워크 &amp; HTTP 통신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74136" y="1271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Multipart/form-data 바이너리 수동 구성 (파일 업로드)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74136" y="17282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JSON REST 직렬화/역직렬화 (AI 면접 세션 관리)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74136" y="2185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비동기 HTTP 패턴 + 델리게이트 이벤트 체인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7772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7772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868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🎮  멀티플레이어 구현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18504" y="1271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Server/Client RPC 체인 설계로 올바른 대상에 UI 전달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18504" y="17282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HasAuthority 기반 3중 체크로 권한 오류 방지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18504" y="2185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PlayerState 복제를 활용한 결과 ID 동기화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28346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8346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🔊  음성 입출력 처리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9768" y="3328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IVoiceCapture로 OS 마이크 PCM 데이터 실시간 캡처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" y="37856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20ms 타이머 폴링 + FScopeLock 쓰레드 안전 구현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" y="42428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AI 응답 Base64 오디오 디코딩 → 인게임 재생 연동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36976" y="28346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36976" y="28346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⚡  타이밍 &amp; 비동기 문제 해결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74136" y="3328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캐싱+지연 전송 패턴으로 이동-HTTP 타이밍 동기화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74136" y="37856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초기 AI 메시지 캐싱으로 위젯 미생성 상황 대응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74136" y="42428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FTimerHandle 기반 지연 처리 및 중복 방지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2834640"/>
            <a:ext cx="278892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2834640"/>
            <a:ext cx="45720" cy="1920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6"/>
                </a:solidFill>
              </a:rPr>
              <a:t>🖥  UMG UI 시스템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18504" y="33284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WidgetSwitcher 기반 상태 머신 (업로드 3단계 등)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18504" y="37856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중복 바인딩 방지 패턴 일관 적용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18504" y="42428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인게임 웹 브라우저(WebBrowser)로 AI 결과 표시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개발 이력 &amp; 성과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389120" cy="416052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커밋 타임라인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435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" y="14264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2025.11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93392" y="1207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프로젝트 초기 설정 · Git 구성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007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" y="18836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664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2025.12 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93392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인게임 UI 호출 시스템 구현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Web Browser 위젯 추가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" y="23408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121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2025.12 중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93392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프로필/서류 UI · Meeting UI 플로우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RPC 구조 설계 &amp; 수정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" y="27980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578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2026.01.02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93392" y="25786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HUD 위젯 C++ 구현 시작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" y="32552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2026.01.03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93392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NavMesh 자동이동 + 착석 UI 연동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" y="37124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493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2026.01.04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493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Beta 시연용 최소 UI 완성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(HUD, 인포데스크, SelectMeeting)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9867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" y="416966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2026.01.06~07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3950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폰트 에셋 교체 · 한글화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아이콘/스플래시 적용 · 버튼 정상화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443984"/>
            <a:ext cx="182880" cy="18288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07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2026.01.08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407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업로드 팝업 UI 완성 + RPC 수정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E6EF"/>
                </a:solidFill>
              </a:rPr>
              <a:t>최종 머지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92040" y="777240"/>
            <a:ext cx="1325880" cy="109728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8686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</a:rPr>
              <a:t>11+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4892040" y="1508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구현 위젯 클래스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55080" y="777240"/>
            <a:ext cx="1325880" cy="109728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55080" y="8686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</a:rPr>
              <a:t>3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355080" y="1508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네트워크 컴포넌트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18120" y="777240"/>
            <a:ext cx="1325880" cy="1097280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18120" y="8686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6"/>
                </a:solidFill>
              </a:rPr>
              <a:t>15+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7818120" y="1508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Server/Client RPC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00600" y="2029968"/>
            <a:ext cx="4023360" cy="2907792"/>
          </a:xfrm>
          <a:prstGeom prst="rect">
            <a:avLst/>
          </a:prstGeom>
          <a:solidFill>
            <a:srgbClr val="1A2740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3776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구현 성과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37760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PlayerController 중앙 UI 관리 시스템 설계 &amp; 구현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2779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Multipart 바이너리 수동 조립 파일 업로드 구현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37760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PCM 음성 실시간 캡처 &amp; AI 서버 전송 파이프라인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37760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이동-HTTP 타이밍 동기화 캐싱 패턴 설계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37760" y="38221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AI 면접 전 플로우 (선택 → 이동 → 세션 → 결과) 구현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37760" y="4169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인게임 WebView AI 결과 리포트 표시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37760" y="4517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6EF"/>
                </a:solidFill>
              </a:rPr>
              <a:t>멀티플레이어 RPC 체인 기반 역할 분리 UI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914400" y="3200400"/>
            <a:ext cx="7315200" cy="4572000"/>
          </a:xfrm>
          <a:prstGeom prst="rect">
            <a:avLst/>
          </a:prstGeom>
          <a:solidFill>
            <a:srgbClr val="00BFA6">
              <a:alpha val="10000"/>
            </a:srgbClr>
          </a:solidFill>
          <a:ln w="12700">
            <a:solidFill>
              <a:srgbClr val="00BFA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감사합니다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FA6"/>
                </a:solidFill>
              </a:rPr>
              <a:t>UE_ReNe — AI 기반 메타버스 채용 면접 플랫폼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0"/>
          </a:xfrm>
          <a:prstGeom prst="line">
            <a:avLst/>
          </a:prstGeom>
          <a:noFill/>
          <a:ln w="1905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GitHub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F"/>
                </a:solidFill>
              </a:rPr>
              <a:t>Dove9 / khb532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3355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역할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3355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F"/>
                </a:solidFill>
              </a:rPr>
              <a:t>Unreal Engine 5 C++ 개발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7398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FA6"/>
                </a:solidFill>
              </a:rPr>
              <a:t>기간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739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F"/>
                </a:solidFill>
              </a:rPr>
              <a:t>2025.11 ~ 2026.01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UE_ReNe Portfolio</dc:title>
  <dc:subject>PptxGenJS Presentation</dc:subject>
  <dc:creator>Dove9</dc:creator>
  <cp:lastModifiedBy>Dove9</cp:lastModifiedBy>
  <cp:revision>1</cp:revision>
  <dcterms:created xsi:type="dcterms:W3CDTF">2026-04-03T13:17:39Z</dcterms:created>
  <dcterms:modified xsi:type="dcterms:W3CDTF">2026-04-03T13:17:39Z</dcterms:modified>
</cp:coreProperties>
</file>